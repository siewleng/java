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iew Leng Lim" initials="SLL" lastIdx="1" clrIdx="0">
    <p:extLst>
      <p:ext uri="{19B8F6BF-5375-455C-9EA6-DF929625EA0E}">
        <p15:presenceInfo xmlns:p15="http://schemas.microsoft.com/office/powerpoint/2012/main" userId="f7adec9655d97ac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693A5-B47F-4E91-AD9D-48D11FC7AF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337FEE-5991-45CE-97F7-A38122EE81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67D043-EEB7-43F1-B8C6-5C6617092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4F9C0-923F-45AC-956A-DC88867F4241}" type="datetimeFigureOut">
              <a:rPr lang="en-SG" smtClean="0"/>
              <a:t>13 May 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40A631-FDCC-4D6F-9AFA-2ED28CDF8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88FD60-C978-4216-9AE8-710E91F1C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58AC7-A97D-48B7-8773-45F10B71884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33190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EF8E8-EA82-413A-8633-FEB668926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FC3571-3E42-4CF4-808D-C49AE3FC33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596754-4783-47F9-8813-46C356A47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4F9C0-923F-45AC-956A-DC88867F4241}" type="datetimeFigureOut">
              <a:rPr lang="en-SG" smtClean="0"/>
              <a:t>13 May 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50640-E018-4582-839D-9FA5B0D57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00C0EA-0D56-45E1-9593-78DDFAF65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58AC7-A97D-48B7-8773-45F10B71884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47013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39180-5B90-4FAA-97E1-14ED2096B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30FB90-2EC7-40FE-850B-9BBA1200B5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0FED94-4A32-4FBD-91EB-7A3C4ECF5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4F9C0-923F-45AC-956A-DC88867F4241}" type="datetimeFigureOut">
              <a:rPr lang="en-SG" smtClean="0"/>
              <a:t>13 May 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E5DFDF-27B9-411E-B0CE-50E48536C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53B98F-5325-4585-8472-30DB272A3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58AC7-A97D-48B7-8773-45F10B71884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63154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DB584-D5D3-42A9-A917-000F46F79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1C9943-4AE9-4363-B3B6-FB804F1D97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8674B6-95AF-4613-96F1-7181B71858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E280BC-75A0-4214-9231-0E553C009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4F9C0-923F-45AC-956A-DC88867F4241}" type="datetimeFigureOut">
              <a:rPr lang="en-SG" smtClean="0"/>
              <a:t>13 May 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0775E5-2AB9-413D-AEB0-7D279CF5F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858D37-77D2-46E6-95EB-118BD8798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58AC7-A97D-48B7-8773-45F10B71884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79573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60056-B96E-434D-B7C2-2CBB6813B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235B0A-7682-4DF6-8762-64F29A55F0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AACB0F-14F4-4CCF-8A41-3F527FC02C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F9D109-66D7-4045-B123-71CAEB8143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EAE785-FBB2-4385-97D9-8A08D68D82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32DAF-C1E3-4DCC-82C4-5DDC65031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4F9C0-923F-45AC-956A-DC88867F4241}" type="datetimeFigureOut">
              <a:rPr lang="en-SG" smtClean="0"/>
              <a:t>13 May 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6B0D6C-7102-431B-A23C-1DFCAE84A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A2F42C-E40F-463A-BC14-BDC3A0F9D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58AC7-A97D-48B7-8773-45F10B71884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09040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A9A2B-5A89-4F2A-B3D2-AD5EE82A6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59A243-864C-4538-A34A-8B37A2574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4F9C0-923F-45AC-956A-DC88867F4241}" type="datetimeFigureOut">
              <a:rPr lang="en-SG" smtClean="0"/>
              <a:t>13 May 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0D483C-B0CE-48B7-81DA-15131FF29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471141-A70D-4617-8679-828981DEA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58AC7-A97D-48B7-8773-45F10B71884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716273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D5DCFA-E5F2-480A-9374-6F75553CD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4F9C0-923F-45AC-956A-DC88867F4241}" type="datetimeFigureOut">
              <a:rPr lang="en-SG" smtClean="0"/>
              <a:t>13 May 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4F6B6F-311B-43B2-9384-3F20E84A9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326351-EF84-4FA0-9C23-7732184AD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58AC7-A97D-48B7-8773-45F10B71884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6442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EB7AC-C135-4C7B-8CFA-78BA11CF2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2C5C30-2170-4647-B2FA-15C79A8885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67E902-7858-4A5D-9C68-5357E58AD3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2BB525-1F23-43A2-871E-0D0558460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4F9C0-923F-45AC-956A-DC88867F4241}" type="datetimeFigureOut">
              <a:rPr lang="en-SG" smtClean="0"/>
              <a:t>13 May 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18C098-5B64-49DC-87D1-288AED953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925181-E498-4A65-8470-0925035E0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58AC7-A97D-48B7-8773-45F10B71884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48810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4B2A-290B-4555-BF13-90D9EFAC4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E2CE71-53E0-4847-BA4E-8150D035F9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5DE699-57C7-461A-A4C7-D607D2584C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6705DD-EE39-41EA-9E42-73175C1E3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4F9C0-923F-45AC-956A-DC88867F4241}" type="datetimeFigureOut">
              <a:rPr lang="en-SG" smtClean="0"/>
              <a:t>13 May 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653F88-57D5-4DFF-B2E4-CFD98842C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7E8295-9A3C-4C77-ACBC-89AD17219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58AC7-A97D-48B7-8773-45F10B71884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87264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9A723-FF6C-4519-BDC9-17228DE36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FE6FB6-B3F5-4D9C-901E-4BCE956DFF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FACB00-402A-43C3-8CBE-F1989DACA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4F9C0-923F-45AC-956A-DC88867F4241}" type="datetimeFigureOut">
              <a:rPr lang="en-SG" smtClean="0"/>
              <a:t>13 May 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7693F-A517-49CC-9FDA-EA3D454AE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EA849B-707C-4B59-A628-B113018C7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58AC7-A97D-48B7-8773-45F10B71884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29619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407DD6-ED37-4B2C-B8F1-AC275CD2E8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42CD12-0A87-4E44-90A5-A83C0DED13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15E2CA-617B-4EE0-AFEB-6F6530EDF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4F9C0-923F-45AC-956A-DC88867F4241}" type="datetimeFigureOut">
              <a:rPr lang="en-SG" smtClean="0"/>
              <a:t>13 May 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5B99A0-B400-4E0D-B7A3-8D06B4176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72C16C-7F56-42C9-9D01-93555D93B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58AC7-A97D-48B7-8773-45F10B71884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07509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414E77-50AE-4441-8649-9C5DA676C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01D527-3DD7-49A3-AB6E-58AFF87C04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675B19-47BF-4E2E-9BE8-3AFD6153C2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A4F9C0-923F-45AC-956A-DC88867F4241}" type="datetimeFigureOut">
              <a:rPr lang="en-SG" smtClean="0"/>
              <a:t>13 May 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721A3A-4F67-4759-8D9B-1C472EFEE2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0BD736-2334-48A3-A2FE-AF4301DF33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F58AC7-A97D-48B7-8773-45F10B71884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21722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A46D504-EA4F-4D09-B015-7EBD5422E5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8701844"/>
              </p:ext>
            </p:extLst>
          </p:nvPr>
        </p:nvGraphicFramePr>
        <p:xfrm>
          <a:off x="4257040" y="1971041"/>
          <a:ext cx="2611120" cy="21031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2780">
                  <a:extLst>
                    <a:ext uri="{9D8B030D-6E8A-4147-A177-3AD203B41FA5}">
                      <a16:colId xmlns:a16="http://schemas.microsoft.com/office/drawing/2014/main" val="2164812023"/>
                    </a:ext>
                  </a:extLst>
                </a:gridCol>
                <a:gridCol w="652780">
                  <a:extLst>
                    <a:ext uri="{9D8B030D-6E8A-4147-A177-3AD203B41FA5}">
                      <a16:colId xmlns:a16="http://schemas.microsoft.com/office/drawing/2014/main" val="3447584694"/>
                    </a:ext>
                  </a:extLst>
                </a:gridCol>
                <a:gridCol w="652780">
                  <a:extLst>
                    <a:ext uri="{9D8B030D-6E8A-4147-A177-3AD203B41FA5}">
                      <a16:colId xmlns:a16="http://schemas.microsoft.com/office/drawing/2014/main" val="1773070175"/>
                    </a:ext>
                  </a:extLst>
                </a:gridCol>
                <a:gridCol w="652780">
                  <a:extLst>
                    <a:ext uri="{9D8B030D-6E8A-4147-A177-3AD203B41FA5}">
                      <a16:colId xmlns:a16="http://schemas.microsoft.com/office/drawing/2014/main" val="1378217708"/>
                    </a:ext>
                  </a:extLst>
                </a:gridCol>
              </a:tblGrid>
              <a:tr h="401505"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</a:t>
                      </a:r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138688988"/>
                  </a:ext>
                </a:extLst>
              </a:tr>
              <a:tr h="497101"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O</a:t>
                      </a:r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63296973"/>
                  </a:ext>
                </a:extLst>
              </a:tr>
              <a:tr h="401505"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</a:t>
                      </a:r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683634347"/>
                  </a:ext>
                </a:extLst>
              </a:tr>
              <a:tr h="401505"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413965844"/>
                  </a:ext>
                </a:extLst>
              </a:tr>
              <a:tr h="401505"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n-SG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77306020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F796BBD-9D51-4748-AEE0-B6AE0283A092}"/>
              </a:ext>
            </a:extLst>
          </p:cNvPr>
          <p:cNvSpPr txBox="1"/>
          <p:nvPr/>
        </p:nvSpPr>
        <p:spPr>
          <a:xfrm>
            <a:off x="4723053" y="1428989"/>
            <a:ext cx="14866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PIN, NOL, CAL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740294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4">
            <a:extLst>
              <a:ext uri="{FF2B5EF4-FFF2-40B4-BE49-F238E27FC236}">
                <a16:creationId xmlns:a16="http://schemas.microsoft.com/office/drawing/2014/main" id="{BB8566F7-37FD-44C2-BC1A-5C32010311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0113798"/>
              </p:ext>
            </p:extLst>
          </p:nvPr>
        </p:nvGraphicFramePr>
        <p:xfrm>
          <a:off x="3658947" y="417822"/>
          <a:ext cx="21437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940">
                  <a:extLst>
                    <a:ext uri="{9D8B030D-6E8A-4147-A177-3AD203B41FA5}">
                      <a16:colId xmlns:a16="http://schemas.microsoft.com/office/drawing/2014/main" val="2164812023"/>
                    </a:ext>
                  </a:extLst>
                </a:gridCol>
                <a:gridCol w="535940">
                  <a:extLst>
                    <a:ext uri="{9D8B030D-6E8A-4147-A177-3AD203B41FA5}">
                      <a16:colId xmlns:a16="http://schemas.microsoft.com/office/drawing/2014/main" val="3447584694"/>
                    </a:ext>
                  </a:extLst>
                </a:gridCol>
                <a:gridCol w="535940">
                  <a:extLst>
                    <a:ext uri="{9D8B030D-6E8A-4147-A177-3AD203B41FA5}">
                      <a16:colId xmlns:a16="http://schemas.microsoft.com/office/drawing/2014/main" val="1773070175"/>
                    </a:ext>
                  </a:extLst>
                </a:gridCol>
                <a:gridCol w="535940">
                  <a:extLst>
                    <a:ext uri="{9D8B030D-6E8A-4147-A177-3AD203B41FA5}">
                      <a16:colId xmlns:a16="http://schemas.microsoft.com/office/drawing/2014/main" val="1378217708"/>
                    </a:ext>
                  </a:extLst>
                </a:gridCol>
              </a:tblGrid>
              <a:tr h="350666"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O</a:t>
                      </a:r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</a:t>
                      </a:r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138688988"/>
                  </a:ext>
                </a:extLst>
              </a:tr>
              <a:tr h="351445"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63296973"/>
                  </a:ext>
                </a:extLst>
              </a:tr>
              <a:tr h="350666"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683634347"/>
                  </a:ext>
                </a:extLst>
              </a:tr>
              <a:tr h="350666"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413965844"/>
                  </a:ext>
                </a:extLst>
              </a:tr>
              <a:tr h="350666"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77306020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A9D2A78-71D9-4754-B115-069E2DA9D146}"/>
              </a:ext>
            </a:extLst>
          </p:cNvPr>
          <p:cNvSpPr txBox="1"/>
          <p:nvPr/>
        </p:nvSpPr>
        <p:spPr>
          <a:xfrm>
            <a:off x="3881120" y="48490"/>
            <a:ext cx="1921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PIN, </a:t>
            </a:r>
            <a:r>
              <a:rPr lang="en-US" strike="sngStrike" dirty="0"/>
              <a:t>NOL</a:t>
            </a:r>
            <a:r>
              <a:rPr lang="en-US" dirty="0"/>
              <a:t>, CAL</a:t>
            </a:r>
            <a:endParaRPr lang="en-SG" dirty="0"/>
          </a:p>
        </p:txBody>
      </p:sp>
      <p:graphicFrame>
        <p:nvGraphicFramePr>
          <p:cNvPr id="12" name="Table 4">
            <a:extLst>
              <a:ext uri="{FF2B5EF4-FFF2-40B4-BE49-F238E27FC236}">
                <a16:creationId xmlns:a16="http://schemas.microsoft.com/office/drawing/2014/main" id="{F2C65C2B-F415-482E-80F0-87CF27EBC3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4874739"/>
              </p:ext>
            </p:extLst>
          </p:nvPr>
        </p:nvGraphicFramePr>
        <p:xfrm>
          <a:off x="1820660" y="2546480"/>
          <a:ext cx="21437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940">
                  <a:extLst>
                    <a:ext uri="{9D8B030D-6E8A-4147-A177-3AD203B41FA5}">
                      <a16:colId xmlns:a16="http://schemas.microsoft.com/office/drawing/2014/main" val="2164812023"/>
                    </a:ext>
                  </a:extLst>
                </a:gridCol>
                <a:gridCol w="535940">
                  <a:extLst>
                    <a:ext uri="{9D8B030D-6E8A-4147-A177-3AD203B41FA5}">
                      <a16:colId xmlns:a16="http://schemas.microsoft.com/office/drawing/2014/main" val="3447584694"/>
                    </a:ext>
                  </a:extLst>
                </a:gridCol>
                <a:gridCol w="535940">
                  <a:extLst>
                    <a:ext uri="{9D8B030D-6E8A-4147-A177-3AD203B41FA5}">
                      <a16:colId xmlns:a16="http://schemas.microsoft.com/office/drawing/2014/main" val="1773070175"/>
                    </a:ext>
                  </a:extLst>
                </a:gridCol>
                <a:gridCol w="535940">
                  <a:extLst>
                    <a:ext uri="{9D8B030D-6E8A-4147-A177-3AD203B41FA5}">
                      <a16:colId xmlns:a16="http://schemas.microsoft.com/office/drawing/2014/main" val="1378217708"/>
                    </a:ext>
                  </a:extLst>
                </a:gridCol>
              </a:tblGrid>
              <a:tr h="350666"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O</a:t>
                      </a:r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</a:t>
                      </a:r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138688988"/>
                  </a:ext>
                </a:extLst>
              </a:tr>
              <a:tr h="351445"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63296973"/>
                  </a:ext>
                </a:extLst>
              </a:tr>
              <a:tr h="350666"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</a:t>
                      </a:r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683634347"/>
                  </a:ext>
                </a:extLst>
              </a:tr>
              <a:tr h="350666"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413965844"/>
                  </a:ext>
                </a:extLst>
              </a:tr>
              <a:tr h="350666"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773060206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A83E2383-B2A2-4F01-B8B8-249612773D52}"/>
              </a:ext>
            </a:extLst>
          </p:cNvPr>
          <p:cNvSpPr txBox="1"/>
          <p:nvPr/>
        </p:nvSpPr>
        <p:spPr>
          <a:xfrm>
            <a:off x="2475163" y="2256472"/>
            <a:ext cx="12334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trike="sngStrike" dirty="0"/>
              <a:t>PIN</a:t>
            </a:r>
            <a:r>
              <a:rPr lang="en-US" dirty="0"/>
              <a:t>, CAL</a:t>
            </a:r>
            <a:endParaRPr lang="en-SG" dirty="0"/>
          </a:p>
        </p:txBody>
      </p:sp>
      <p:graphicFrame>
        <p:nvGraphicFramePr>
          <p:cNvPr id="14" name="Table 4">
            <a:extLst>
              <a:ext uri="{FF2B5EF4-FFF2-40B4-BE49-F238E27FC236}">
                <a16:creationId xmlns:a16="http://schemas.microsoft.com/office/drawing/2014/main" id="{F9F3CFBE-3C81-420B-B37D-0B17BA79EB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6257297"/>
              </p:ext>
            </p:extLst>
          </p:nvPr>
        </p:nvGraphicFramePr>
        <p:xfrm>
          <a:off x="195060" y="4983371"/>
          <a:ext cx="21437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940">
                  <a:extLst>
                    <a:ext uri="{9D8B030D-6E8A-4147-A177-3AD203B41FA5}">
                      <a16:colId xmlns:a16="http://schemas.microsoft.com/office/drawing/2014/main" val="2164812023"/>
                    </a:ext>
                  </a:extLst>
                </a:gridCol>
                <a:gridCol w="535940">
                  <a:extLst>
                    <a:ext uri="{9D8B030D-6E8A-4147-A177-3AD203B41FA5}">
                      <a16:colId xmlns:a16="http://schemas.microsoft.com/office/drawing/2014/main" val="3447584694"/>
                    </a:ext>
                  </a:extLst>
                </a:gridCol>
                <a:gridCol w="535940">
                  <a:extLst>
                    <a:ext uri="{9D8B030D-6E8A-4147-A177-3AD203B41FA5}">
                      <a16:colId xmlns:a16="http://schemas.microsoft.com/office/drawing/2014/main" val="1773070175"/>
                    </a:ext>
                  </a:extLst>
                </a:gridCol>
                <a:gridCol w="535940">
                  <a:extLst>
                    <a:ext uri="{9D8B030D-6E8A-4147-A177-3AD203B41FA5}">
                      <a16:colId xmlns:a16="http://schemas.microsoft.com/office/drawing/2014/main" val="1378217708"/>
                    </a:ext>
                  </a:extLst>
                </a:gridCol>
              </a:tblGrid>
              <a:tr h="350666"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O</a:t>
                      </a:r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</a:t>
                      </a:r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138688988"/>
                  </a:ext>
                </a:extLst>
              </a:tr>
              <a:tr h="351445"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63296973"/>
                  </a:ext>
                </a:extLst>
              </a:tr>
              <a:tr h="350666"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</a:t>
                      </a:r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683634347"/>
                  </a:ext>
                </a:extLst>
              </a:tr>
              <a:tr h="350666"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413965844"/>
                  </a:ext>
                </a:extLst>
              </a:tr>
              <a:tr h="350666"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773060206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0C98682E-A1F0-4225-9374-104CDBCAE169}"/>
              </a:ext>
            </a:extLst>
          </p:cNvPr>
          <p:cNvSpPr txBox="1"/>
          <p:nvPr/>
        </p:nvSpPr>
        <p:spPr>
          <a:xfrm>
            <a:off x="966540" y="4581707"/>
            <a:ext cx="861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trike="sngStrike" dirty="0"/>
              <a:t>CAL</a:t>
            </a:r>
            <a:endParaRPr lang="en-SG" strike="sngStrike" dirty="0"/>
          </a:p>
        </p:txBody>
      </p:sp>
      <p:sp>
        <p:nvSpPr>
          <p:cNvPr id="21" name="Arrow: Curved Right 20">
            <a:extLst>
              <a:ext uri="{FF2B5EF4-FFF2-40B4-BE49-F238E27FC236}">
                <a16:creationId xmlns:a16="http://schemas.microsoft.com/office/drawing/2014/main" id="{00349CBA-9E2F-4EFA-BA36-C5A4DC0EECE3}"/>
              </a:ext>
            </a:extLst>
          </p:cNvPr>
          <p:cNvSpPr/>
          <p:nvPr/>
        </p:nvSpPr>
        <p:spPr>
          <a:xfrm rot="1566521">
            <a:off x="887286" y="3577720"/>
            <a:ext cx="490739" cy="955316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solidFill>
                <a:schemeClr val="tx1"/>
              </a:solidFill>
            </a:endParaRPr>
          </a:p>
        </p:txBody>
      </p:sp>
      <p:sp>
        <p:nvSpPr>
          <p:cNvPr id="22" name="Arrow: Curved Right 21">
            <a:extLst>
              <a:ext uri="{FF2B5EF4-FFF2-40B4-BE49-F238E27FC236}">
                <a16:creationId xmlns:a16="http://schemas.microsoft.com/office/drawing/2014/main" id="{CF5182B2-00CA-4F15-9663-5016F61229A2}"/>
              </a:ext>
            </a:extLst>
          </p:cNvPr>
          <p:cNvSpPr/>
          <p:nvPr/>
        </p:nvSpPr>
        <p:spPr>
          <a:xfrm rot="12158284">
            <a:off x="2600904" y="4502475"/>
            <a:ext cx="549589" cy="763360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solidFill>
                <a:schemeClr val="tx1"/>
              </a:solidFill>
            </a:endParaRPr>
          </a:p>
        </p:txBody>
      </p:sp>
      <p:graphicFrame>
        <p:nvGraphicFramePr>
          <p:cNvPr id="23" name="Table 4">
            <a:extLst>
              <a:ext uri="{FF2B5EF4-FFF2-40B4-BE49-F238E27FC236}">
                <a16:creationId xmlns:a16="http://schemas.microsoft.com/office/drawing/2014/main" id="{8A5A3DAA-B910-44C9-8C8B-03E4C85032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4487981"/>
              </p:ext>
            </p:extLst>
          </p:nvPr>
        </p:nvGraphicFramePr>
        <p:xfrm>
          <a:off x="5407140" y="2597310"/>
          <a:ext cx="21437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940">
                  <a:extLst>
                    <a:ext uri="{9D8B030D-6E8A-4147-A177-3AD203B41FA5}">
                      <a16:colId xmlns:a16="http://schemas.microsoft.com/office/drawing/2014/main" val="2164812023"/>
                    </a:ext>
                  </a:extLst>
                </a:gridCol>
                <a:gridCol w="535940">
                  <a:extLst>
                    <a:ext uri="{9D8B030D-6E8A-4147-A177-3AD203B41FA5}">
                      <a16:colId xmlns:a16="http://schemas.microsoft.com/office/drawing/2014/main" val="3447584694"/>
                    </a:ext>
                  </a:extLst>
                </a:gridCol>
                <a:gridCol w="535940">
                  <a:extLst>
                    <a:ext uri="{9D8B030D-6E8A-4147-A177-3AD203B41FA5}">
                      <a16:colId xmlns:a16="http://schemas.microsoft.com/office/drawing/2014/main" val="1773070175"/>
                    </a:ext>
                  </a:extLst>
                </a:gridCol>
                <a:gridCol w="535940">
                  <a:extLst>
                    <a:ext uri="{9D8B030D-6E8A-4147-A177-3AD203B41FA5}">
                      <a16:colId xmlns:a16="http://schemas.microsoft.com/office/drawing/2014/main" val="1378217708"/>
                    </a:ext>
                  </a:extLst>
                </a:gridCol>
              </a:tblGrid>
              <a:tr h="147320"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O</a:t>
                      </a:r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</a:t>
                      </a:r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138688988"/>
                  </a:ext>
                </a:extLst>
              </a:tr>
              <a:tr h="351445"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63296973"/>
                  </a:ext>
                </a:extLst>
              </a:tr>
              <a:tr h="350666"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</a:t>
                      </a:r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683634347"/>
                  </a:ext>
                </a:extLst>
              </a:tr>
              <a:tr h="350666"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413965844"/>
                  </a:ext>
                </a:extLst>
              </a:tr>
              <a:tr h="350666"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773060206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DE9711AB-EDF4-45DB-9088-D4E52A19845A}"/>
              </a:ext>
            </a:extLst>
          </p:cNvPr>
          <p:cNvSpPr txBox="1"/>
          <p:nvPr/>
        </p:nvSpPr>
        <p:spPr>
          <a:xfrm>
            <a:off x="5983566" y="2227978"/>
            <a:ext cx="1567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PIN, </a:t>
            </a:r>
            <a:r>
              <a:rPr lang="en-US" strike="sngStrike" dirty="0"/>
              <a:t>CAL</a:t>
            </a:r>
            <a:endParaRPr lang="en-SG" strike="sngStrike" dirty="0"/>
          </a:p>
        </p:txBody>
      </p:sp>
      <p:graphicFrame>
        <p:nvGraphicFramePr>
          <p:cNvPr id="25" name="Table 4">
            <a:extLst>
              <a:ext uri="{FF2B5EF4-FFF2-40B4-BE49-F238E27FC236}">
                <a16:creationId xmlns:a16="http://schemas.microsoft.com/office/drawing/2014/main" id="{857429A9-5502-4B72-A544-D9A433BE54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3781865"/>
              </p:ext>
            </p:extLst>
          </p:nvPr>
        </p:nvGraphicFramePr>
        <p:xfrm>
          <a:off x="7246100" y="4802060"/>
          <a:ext cx="21437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940">
                  <a:extLst>
                    <a:ext uri="{9D8B030D-6E8A-4147-A177-3AD203B41FA5}">
                      <a16:colId xmlns:a16="http://schemas.microsoft.com/office/drawing/2014/main" val="2164812023"/>
                    </a:ext>
                  </a:extLst>
                </a:gridCol>
                <a:gridCol w="535940">
                  <a:extLst>
                    <a:ext uri="{9D8B030D-6E8A-4147-A177-3AD203B41FA5}">
                      <a16:colId xmlns:a16="http://schemas.microsoft.com/office/drawing/2014/main" val="3447584694"/>
                    </a:ext>
                  </a:extLst>
                </a:gridCol>
                <a:gridCol w="535940">
                  <a:extLst>
                    <a:ext uri="{9D8B030D-6E8A-4147-A177-3AD203B41FA5}">
                      <a16:colId xmlns:a16="http://schemas.microsoft.com/office/drawing/2014/main" val="1773070175"/>
                    </a:ext>
                  </a:extLst>
                </a:gridCol>
                <a:gridCol w="535940">
                  <a:extLst>
                    <a:ext uri="{9D8B030D-6E8A-4147-A177-3AD203B41FA5}">
                      <a16:colId xmlns:a16="http://schemas.microsoft.com/office/drawing/2014/main" val="1378217708"/>
                    </a:ext>
                  </a:extLst>
                </a:gridCol>
              </a:tblGrid>
              <a:tr h="147320"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O</a:t>
                      </a:r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</a:t>
                      </a:r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138688988"/>
                  </a:ext>
                </a:extLst>
              </a:tr>
              <a:tr h="351445"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63296973"/>
                  </a:ext>
                </a:extLst>
              </a:tr>
              <a:tr h="325206"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</a:t>
                      </a:r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683634347"/>
                  </a:ext>
                </a:extLst>
              </a:tr>
              <a:tr h="350666"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413965844"/>
                  </a:ext>
                </a:extLst>
              </a:tr>
              <a:tr h="350666"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773060206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0008C6D7-9A9D-4912-978D-6300580D126E}"/>
              </a:ext>
            </a:extLst>
          </p:cNvPr>
          <p:cNvSpPr txBox="1"/>
          <p:nvPr/>
        </p:nvSpPr>
        <p:spPr>
          <a:xfrm>
            <a:off x="8034392" y="4460190"/>
            <a:ext cx="764408" cy="368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trike="sngStrike" dirty="0"/>
              <a:t>PIN</a:t>
            </a:r>
            <a:r>
              <a:rPr lang="en-US" dirty="0"/>
              <a:t> </a:t>
            </a:r>
            <a:endParaRPr lang="en-SG" strike="sngStrike" dirty="0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9C773065-BF16-4411-800D-A30EFC8A7A33}"/>
              </a:ext>
            </a:extLst>
          </p:cNvPr>
          <p:cNvSpPr/>
          <p:nvPr/>
        </p:nvSpPr>
        <p:spPr>
          <a:xfrm>
            <a:off x="4313725" y="3056198"/>
            <a:ext cx="834204" cy="40468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9" name="Arrow: Curved Left 28">
            <a:extLst>
              <a:ext uri="{FF2B5EF4-FFF2-40B4-BE49-F238E27FC236}">
                <a16:creationId xmlns:a16="http://schemas.microsoft.com/office/drawing/2014/main" id="{037B3E04-95E5-4EF9-9523-4E4C33F5CDC3}"/>
              </a:ext>
            </a:extLst>
          </p:cNvPr>
          <p:cNvSpPr/>
          <p:nvPr/>
        </p:nvSpPr>
        <p:spPr>
          <a:xfrm rot="20145970">
            <a:off x="7973001" y="3512330"/>
            <a:ext cx="440442" cy="883830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solidFill>
                <a:schemeClr val="tx1"/>
              </a:solidFill>
            </a:endParaRPr>
          </a:p>
        </p:txBody>
      </p:sp>
      <p:sp>
        <p:nvSpPr>
          <p:cNvPr id="30" name="Arrow: Curved Left 29">
            <a:extLst>
              <a:ext uri="{FF2B5EF4-FFF2-40B4-BE49-F238E27FC236}">
                <a16:creationId xmlns:a16="http://schemas.microsoft.com/office/drawing/2014/main" id="{1D332FF3-D8DB-49F5-ACDA-98AFE5955A5E}"/>
              </a:ext>
            </a:extLst>
          </p:cNvPr>
          <p:cNvSpPr/>
          <p:nvPr/>
        </p:nvSpPr>
        <p:spPr>
          <a:xfrm rot="9489459">
            <a:off x="6415966" y="4423110"/>
            <a:ext cx="609600" cy="858948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solidFill>
                <a:schemeClr val="tx1"/>
              </a:solidFill>
            </a:endParaRPr>
          </a:p>
        </p:txBody>
      </p:sp>
      <p:sp>
        <p:nvSpPr>
          <p:cNvPr id="31" name="Arrow: Curved Right 30">
            <a:extLst>
              <a:ext uri="{FF2B5EF4-FFF2-40B4-BE49-F238E27FC236}">
                <a16:creationId xmlns:a16="http://schemas.microsoft.com/office/drawing/2014/main" id="{4E4877BC-BA52-4E5F-BDF1-C70C4D0B9321}"/>
              </a:ext>
            </a:extLst>
          </p:cNvPr>
          <p:cNvSpPr/>
          <p:nvPr/>
        </p:nvSpPr>
        <p:spPr>
          <a:xfrm rot="1566521">
            <a:off x="2858326" y="1181869"/>
            <a:ext cx="490739" cy="955316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solidFill>
                <a:schemeClr val="tx1"/>
              </a:solidFill>
            </a:endParaRPr>
          </a:p>
        </p:txBody>
      </p:sp>
      <p:sp>
        <p:nvSpPr>
          <p:cNvPr id="32" name="Arrow: Curved Right 31">
            <a:extLst>
              <a:ext uri="{FF2B5EF4-FFF2-40B4-BE49-F238E27FC236}">
                <a16:creationId xmlns:a16="http://schemas.microsoft.com/office/drawing/2014/main" id="{EB156A9B-B908-44FA-AF8D-4C33A90455D8}"/>
              </a:ext>
            </a:extLst>
          </p:cNvPr>
          <p:cNvSpPr/>
          <p:nvPr/>
        </p:nvSpPr>
        <p:spPr>
          <a:xfrm rot="9269897">
            <a:off x="6041189" y="1193270"/>
            <a:ext cx="517604" cy="837145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solidFill>
                <a:schemeClr val="tx1"/>
              </a:solidFill>
            </a:endParaRPr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011D9C51-E911-47D9-9858-C963030876EE}"/>
              </a:ext>
            </a:extLst>
          </p:cNvPr>
          <p:cNvSpPr/>
          <p:nvPr/>
        </p:nvSpPr>
        <p:spPr>
          <a:xfrm>
            <a:off x="8077331" y="1254845"/>
            <a:ext cx="834204" cy="40468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graphicFrame>
        <p:nvGraphicFramePr>
          <p:cNvPr id="34" name="Table 4">
            <a:extLst>
              <a:ext uri="{FF2B5EF4-FFF2-40B4-BE49-F238E27FC236}">
                <a16:creationId xmlns:a16="http://schemas.microsoft.com/office/drawing/2014/main" id="{BA588061-73EB-4513-B9C3-761796C38F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1861806"/>
              </p:ext>
            </p:extLst>
          </p:nvPr>
        </p:nvGraphicFramePr>
        <p:xfrm>
          <a:off x="9802380" y="272259"/>
          <a:ext cx="21437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940">
                  <a:extLst>
                    <a:ext uri="{9D8B030D-6E8A-4147-A177-3AD203B41FA5}">
                      <a16:colId xmlns:a16="http://schemas.microsoft.com/office/drawing/2014/main" val="2164812023"/>
                    </a:ext>
                  </a:extLst>
                </a:gridCol>
                <a:gridCol w="535940">
                  <a:extLst>
                    <a:ext uri="{9D8B030D-6E8A-4147-A177-3AD203B41FA5}">
                      <a16:colId xmlns:a16="http://schemas.microsoft.com/office/drawing/2014/main" val="3447584694"/>
                    </a:ext>
                  </a:extLst>
                </a:gridCol>
                <a:gridCol w="535940">
                  <a:extLst>
                    <a:ext uri="{9D8B030D-6E8A-4147-A177-3AD203B41FA5}">
                      <a16:colId xmlns:a16="http://schemas.microsoft.com/office/drawing/2014/main" val="1773070175"/>
                    </a:ext>
                  </a:extLst>
                </a:gridCol>
                <a:gridCol w="535940">
                  <a:extLst>
                    <a:ext uri="{9D8B030D-6E8A-4147-A177-3AD203B41FA5}">
                      <a16:colId xmlns:a16="http://schemas.microsoft.com/office/drawing/2014/main" val="1378217708"/>
                    </a:ext>
                  </a:extLst>
                </a:gridCol>
              </a:tblGrid>
              <a:tr h="350666"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</a:t>
                      </a:r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138688988"/>
                  </a:ext>
                </a:extLst>
              </a:tr>
              <a:tr h="351445"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63296973"/>
                  </a:ext>
                </a:extLst>
              </a:tr>
              <a:tr h="350666"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683634347"/>
                  </a:ext>
                </a:extLst>
              </a:tr>
              <a:tr h="350666"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413965844"/>
                  </a:ext>
                </a:extLst>
              </a:tr>
              <a:tr h="350666"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773060206"/>
                  </a:ext>
                </a:extLst>
              </a:tr>
            </a:tbl>
          </a:graphicData>
        </a:graphic>
      </p:graphicFrame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B0DB7FD-0AFB-49F7-AFDA-64223ECD60C8}"/>
              </a:ext>
            </a:extLst>
          </p:cNvPr>
          <p:cNvSpPr/>
          <p:nvPr/>
        </p:nvSpPr>
        <p:spPr>
          <a:xfrm>
            <a:off x="3964420" y="417822"/>
            <a:ext cx="1879845" cy="381416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2595DA13-CEAA-46DC-BD9D-41CFF573F5E9}"/>
              </a:ext>
            </a:extLst>
          </p:cNvPr>
          <p:cNvSpPr/>
          <p:nvPr/>
        </p:nvSpPr>
        <p:spPr>
          <a:xfrm>
            <a:off x="2210739" y="3233895"/>
            <a:ext cx="1879845" cy="381416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3F4FB92D-8E07-4BB9-9565-25A4C9F0BBBD}"/>
              </a:ext>
            </a:extLst>
          </p:cNvPr>
          <p:cNvSpPr/>
          <p:nvPr/>
        </p:nvSpPr>
        <p:spPr>
          <a:xfrm>
            <a:off x="5846408" y="3327787"/>
            <a:ext cx="1878560" cy="369332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C64FE754-A7E5-4A60-A424-CEF844A2BB25}"/>
              </a:ext>
            </a:extLst>
          </p:cNvPr>
          <p:cNvSpPr/>
          <p:nvPr/>
        </p:nvSpPr>
        <p:spPr>
          <a:xfrm>
            <a:off x="1820660" y="4828670"/>
            <a:ext cx="518160" cy="1368930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887F342D-BBB4-4CE4-A0E2-D1B1FE791386}"/>
              </a:ext>
            </a:extLst>
          </p:cNvPr>
          <p:cNvSpPr/>
          <p:nvPr/>
        </p:nvSpPr>
        <p:spPr>
          <a:xfrm>
            <a:off x="8835250" y="4680164"/>
            <a:ext cx="518160" cy="1368930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46901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4">
            <a:extLst>
              <a:ext uri="{FF2B5EF4-FFF2-40B4-BE49-F238E27FC236}">
                <a16:creationId xmlns:a16="http://schemas.microsoft.com/office/drawing/2014/main" id="{A5ED113E-F2F1-466B-B49E-D0E6E0A1BC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393841"/>
              </p:ext>
            </p:extLst>
          </p:nvPr>
        </p:nvGraphicFramePr>
        <p:xfrm>
          <a:off x="4752860" y="404339"/>
          <a:ext cx="21437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940">
                  <a:extLst>
                    <a:ext uri="{9D8B030D-6E8A-4147-A177-3AD203B41FA5}">
                      <a16:colId xmlns:a16="http://schemas.microsoft.com/office/drawing/2014/main" val="2164812023"/>
                    </a:ext>
                  </a:extLst>
                </a:gridCol>
                <a:gridCol w="535940">
                  <a:extLst>
                    <a:ext uri="{9D8B030D-6E8A-4147-A177-3AD203B41FA5}">
                      <a16:colId xmlns:a16="http://schemas.microsoft.com/office/drawing/2014/main" val="3447584694"/>
                    </a:ext>
                  </a:extLst>
                </a:gridCol>
                <a:gridCol w="535940">
                  <a:extLst>
                    <a:ext uri="{9D8B030D-6E8A-4147-A177-3AD203B41FA5}">
                      <a16:colId xmlns:a16="http://schemas.microsoft.com/office/drawing/2014/main" val="1773070175"/>
                    </a:ext>
                  </a:extLst>
                </a:gridCol>
                <a:gridCol w="535940">
                  <a:extLst>
                    <a:ext uri="{9D8B030D-6E8A-4147-A177-3AD203B41FA5}">
                      <a16:colId xmlns:a16="http://schemas.microsoft.com/office/drawing/2014/main" val="1378217708"/>
                    </a:ext>
                  </a:extLst>
                </a:gridCol>
              </a:tblGrid>
              <a:tr h="350666"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</a:t>
                      </a:r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138688988"/>
                  </a:ext>
                </a:extLst>
              </a:tr>
              <a:tr h="351445"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63296973"/>
                  </a:ext>
                </a:extLst>
              </a:tr>
              <a:tr h="350666"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683634347"/>
                  </a:ext>
                </a:extLst>
              </a:tr>
              <a:tr h="350666"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413965844"/>
                  </a:ext>
                </a:extLst>
              </a:tr>
              <a:tr h="350666"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773060206"/>
                  </a:ext>
                </a:extLst>
              </a:tr>
            </a:tbl>
          </a:graphicData>
        </a:graphic>
      </p:graphicFrame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545E8728-922D-43FC-AC1B-2F6894B7DC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9625523"/>
              </p:ext>
            </p:extLst>
          </p:nvPr>
        </p:nvGraphicFramePr>
        <p:xfrm>
          <a:off x="1820660" y="2546480"/>
          <a:ext cx="21437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940">
                  <a:extLst>
                    <a:ext uri="{9D8B030D-6E8A-4147-A177-3AD203B41FA5}">
                      <a16:colId xmlns:a16="http://schemas.microsoft.com/office/drawing/2014/main" val="2164812023"/>
                    </a:ext>
                  </a:extLst>
                </a:gridCol>
                <a:gridCol w="535940">
                  <a:extLst>
                    <a:ext uri="{9D8B030D-6E8A-4147-A177-3AD203B41FA5}">
                      <a16:colId xmlns:a16="http://schemas.microsoft.com/office/drawing/2014/main" val="3447584694"/>
                    </a:ext>
                  </a:extLst>
                </a:gridCol>
                <a:gridCol w="535940">
                  <a:extLst>
                    <a:ext uri="{9D8B030D-6E8A-4147-A177-3AD203B41FA5}">
                      <a16:colId xmlns:a16="http://schemas.microsoft.com/office/drawing/2014/main" val="1773070175"/>
                    </a:ext>
                  </a:extLst>
                </a:gridCol>
                <a:gridCol w="535940">
                  <a:extLst>
                    <a:ext uri="{9D8B030D-6E8A-4147-A177-3AD203B41FA5}">
                      <a16:colId xmlns:a16="http://schemas.microsoft.com/office/drawing/2014/main" val="1378217708"/>
                    </a:ext>
                  </a:extLst>
                </a:gridCol>
              </a:tblGrid>
              <a:tr h="350666"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</a:t>
                      </a:r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138688988"/>
                  </a:ext>
                </a:extLst>
              </a:tr>
              <a:tr h="351445"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63296973"/>
                  </a:ext>
                </a:extLst>
              </a:tr>
              <a:tr h="350666"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</a:t>
                      </a:r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683634347"/>
                  </a:ext>
                </a:extLst>
              </a:tr>
              <a:tr h="350666"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413965844"/>
                  </a:ext>
                </a:extLst>
              </a:tr>
              <a:tr h="350666"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77306020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0E3C019-806E-4F63-9867-DDBE2E15389E}"/>
              </a:ext>
            </a:extLst>
          </p:cNvPr>
          <p:cNvSpPr txBox="1"/>
          <p:nvPr/>
        </p:nvSpPr>
        <p:spPr>
          <a:xfrm>
            <a:off x="2475163" y="2151733"/>
            <a:ext cx="12334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trike="sngStrike" dirty="0"/>
              <a:t>CAL</a:t>
            </a:r>
            <a:r>
              <a:rPr lang="en-US" dirty="0"/>
              <a:t>, NOL</a:t>
            </a:r>
            <a:endParaRPr lang="en-SG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8AD13F7-842F-4C64-A7F2-0AD410ABD1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7864178"/>
              </p:ext>
            </p:extLst>
          </p:nvPr>
        </p:nvGraphicFramePr>
        <p:xfrm>
          <a:off x="195060" y="4983371"/>
          <a:ext cx="21437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940">
                  <a:extLst>
                    <a:ext uri="{9D8B030D-6E8A-4147-A177-3AD203B41FA5}">
                      <a16:colId xmlns:a16="http://schemas.microsoft.com/office/drawing/2014/main" val="2164812023"/>
                    </a:ext>
                  </a:extLst>
                </a:gridCol>
                <a:gridCol w="535940">
                  <a:extLst>
                    <a:ext uri="{9D8B030D-6E8A-4147-A177-3AD203B41FA5}">
                      <a16:colId xmlns:a16="http://schemas.microsoft.com/office/drawing/2014/main" val="3447584694"/>
                    </a:ext>
                  </a:extLst>
                </a:gridCol>
                <a:gridCol w="535940">
                  <a:extLst>
                    <a:ext uri="{9D8B030D-6E8A-4147-A177-3AD203B41FA5}">
                      <a16:colId xmlns:a16="http://schemas.microsoft.com/office/drawing/2014/main" val="1773070175"/>
                    </a:ext>
                  </a:extLst>
                </a:gridCol>
                <a:gridCol w="535940">
                  <a:extLst>
                    <a:ext uri="{9D8B030D-6E8A-4147-A177-3AD203B41FA5}">
                      <a16:colId xmlns:a16="http://schemas.microsoft.com/office/drawing/2014/main" val="1378217708"/>
                    </a:ext>
                  </a:extLst>
                </a:gridCol>
              </a:tblGrid>
              <a:tr h="350666"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</a:t>
                      </a:r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138688988"/>
                  </a:ext>
                </a:extLst>
              </a:tr>
              <a:tr h="351445"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O</a:t>
                      </a:r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63296973"/>
                  </a:ext>
                </a:extLst>
              </a:tr>
              <a:tr h="350666"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</a:t>
                      </a:r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683634347"/>
                  </a:ext>
                </a:extLst>
              </a:tr>
              <a:tr h="350666"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413965844"/>
                  </a:ext>
                </a:extLst>
              </a:tr>
              <a:tr h="350666"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77306020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51FAABB-62F6-43F4-80CD-B51E2DAFF838}"/>
              </a:ext>
            </a:extLst>
          </p:cNvPr>
          <p:cNvSpPr txBox="1"/>
          <p:nvPr/>
        </p:nvSpPr>
        <p:spPr>
          <a:xfrm>
            <a:off x="966540" y="4581707"/>
            <a:ext cx="861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trike="sngStrike" dirty="0"/>
              <a:t>NOL</a:t>
            </a:r>
            <a:endParaRPr lang="en-SG" strike="sngStrike" dirty="0"/>
          </a:p>
        </p:txBody>
      </p:sp>
      <p:sp>
        <p:nvSpPr>
          <p:cNvPr id="7" name="Arrow: Curved Right 6">
            <a:extLst>
              <a:ext uri="{FF2B5EF4-FFF2-40B4-BE49-F238E27FC236}">
                <a16:creationId xmlns:a16="http://schemas.microsoft.com/office/drawing/2014/main" id="{0B1780D6-CAA3-41C5-A9A4-E46917B382A1}"/>
              </a:ext>
            </a:extLst>
          </p:cNvPr>
          <p:cNvSpPr/>
          <p:nvPr/>
        </p:nvSpPr>
        <p:spPr>
          <a:xfrm rot="1566521">
            <a:off x="887286" y="3577720"/>
            <a:ext cx="490739" cy="955316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solidFill>
                <a:schemeClr val="tx1"/>
              </a:solidFill>
            </a:endParaRPr>
          </a:p>
        </p:txBody>
      </p:sp>
      <p:sp>
        <p:nvSpPr>
          <p:cNvPr id="8" name="Arrow: Curved Right 7">
            <a:extLst>
              <a:ext uri="{FF2B5EF4-FFF2-40B4-BE49-F238E27FC236}">
                <a16:creationId xmlns:a16="http://schemas.microsoft.com/office/drawing/2014/main" id="{A3C1A7B1-6908-4974-A017-7764572E347A}"/>
              </a:ext>
            </a:extLst>
          </p:cNvPr>
          <p:cNvSpPr/>
          <p:nvPr/>
        </p:nvSpPr>
        <p:spPr>
          <a:xfrm rot="12158284">
            <a:off x="2600904" y="4502475"/>
            <a:ext cx="549589" cy="763360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5254B46-C3AD-46BE-A732-366DBFE66E41}"/>
              </a:ext>
            </a:extLst>
          </p:cNvPr>
          <p:cNvSpPr/>
          <p:nvPr/>
        </p:nvSpPr>
        <p:spPr>
          <a:xfrm>
            <a:off x="2210739" y="3233895"/>
            <a:ext cx="1879845" cy="381416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9AF3D9F-B764-4CA0-AA47-DBC2CE2E7878}"/>
              </a:ext>
            </a:extLst>
          </p:cNvPr>
          <p:cNvSpPr/>
          <p:nvPr/>
        </p:nvSpPr>
        <p:spPr>
          <a:xfrm>
            <a:off x="1820660" y="4828670"/>
            <a:ext cx="518160" cy="1368930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" name="Arrow: Curved Right 10">
            <a:extLst>
              <a:ext uri="{FF2B5EF4-FFF2-40B4-BE49-F238E27FC236}">
                <a16:creationId xmlns:a16="http://schemas.microsoft.com/office/drawing/2014/main" id="{BD903742-FEF5-430A-9F32-1AD0D3095E0F}"/>
              </a:ext>
            </a:extLst>
          </p:cNvPr>
          <p:cNvSpPr/>
          <p:nvPr/>
        </p:nvSpPr>
        <p:spPr>
          <a:xfrm rot="1566521">
            <a:off x="3554804" y="1137175"/>
            <a:ext cx="490739" cy="955316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C2B422-039D-4FB3-842D-A6F2427AC3FA}"/>
              </a:ext>
            </a:extLst>
          </p:cNvPr>
          <p:cNvSpPr txBox="1"/>
          <p:nvPr/>
        </p:nvSpPr>
        <p:spPr>
          <a:xfrm>
            <a:off x="5053926" y="35007"/>
            <a:ext cx="1921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trike="sngStrike" dirty="0"/>
              <a:t>PIN</a:t>
            </a:r>
            <a:r>
              <a:rPr lang="en-US" dirty="0"/>
              <a:t>, NOL, CAL</a:t>
            </a:r>
            <a:endParaRPr lang="en-SG" dirty="0"/>
          </a:p>
        </p:txBody>
      </p:sp>
      <p:sp>
        <p:nvSpPr>
          <p:cNvPr id="13" name="Arrow: Curved Right 12">
            <a:extLst>
              <a:ext uri="{FF2B5EF4-FFF2-40B4-BE49-F238E27FC236}">
                <a16:creationId xmlns:a16="http://schemas.microsoft.com/office/drawing/2014/main" id="{6CA6A608-F4B6-4C4A-963F-AA12F2DA6D07}"/>
              </a:ext>
            </a:extLst>
          </p:cNvPr>
          <p:cNvSpPr/>
          <p:nvPr/>
        </p:nvSpPr>
        <p:spPr>
          <a:xfrm rot="12158284">
            <a:off x="4529439" y="2508748"/>
            <a:ext cx="513454" cy="1011777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solidFill>
                <a:schemeClr val="tx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DAA8CB9-22D3-40F9-9245-EBA52554BB18}"/>
              </a:ext>
            </a:extLst>
          </p:cNvPr>
          <p:cNvSpPr/>
          <p:nvPr/>
        </p:nvSpPr>
        <p:spPr>
          <a:xfrm>
            <a:off x="5149016" y="404339"/>
            <a:ext cx="1879845" cy="381416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497865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80</Words>
  <Application>Microsoft Office PowerPoint</Application>
  <PresentationFormat>Widescreen</PresentationFormat>
  <Paragraphs>62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Siew Leng Lim</dc:creator>
  <cp:lastModifiedBy>Siew Leng Lim</cp:lastModifiedBy>
  <cp:revision>2</cp:revision>
  <dcterms:created xsi:type="dcterms:W3CDTF">2026-05-12T12:25:35Z</dcterms:created>
  <dcterms:modified xsi:type="dcterms:W3CDTF">2026-05-13T02:41:35Z</dcterms:modified>
</cp:coreProperties>
</file>