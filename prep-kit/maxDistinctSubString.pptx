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41BD"/>
    <a:srgbClr val="003B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5856-7EFB-4DFA-A312-ABAD3D540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EE8DFE-07FB-4CAE-9D0B-DE25318D9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3B1A8-2840-4C84-9B59-D91966EB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F0216-88BC-4D51-8D61-13515625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11FB4-FDC4-4B95-9D9A-FF05AF6E7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74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C50A4-3017-4C45-99EC-72742199A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D1E30-D33E-44EA-9449-F5075466C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C7780-65FC-4503-8DAF-62CA8EB5A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A718E-F124-4DA8-AE71-A648A5DD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3801A-00C6-4D10-B597-2B0C89B2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5484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E9EE-0B2B-4077-B95B-8A5BA4B13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68615-5EBC-4780-9D81-4061FE584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A36A9-776B-4862-960D-93525C313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168A3-280C-470F-B8A2-C5B04EE9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BE570-C055-426D-939A-9A299E3A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319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90C2-0BE5-4FDF-B342-4069149F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202B7-6618-4D47-92DF-D05CD6711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EF1A4-2EAF-4ED2-940B-3E5098765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CA68F-5301-48BC-9C06-43DE5DF3C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367C9-B171-4E48-89D7-EF17FA13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CA10E-A24E-4B44-AEB7-A574C7C8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20740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45658-8EE6-42CD-B189-185521D6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2C3CB-5B94-4D53-9503-4297FC9ED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3F15D-64AF-4D86-81A1-DE6CF4B66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3B1F00-20E9-48C8-9351-7AC20CF68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D38654-5151-4C60-B2BE-F811C08FC9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3028B-EE06-4A86-BF7D-0A57DD4FD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99881-90D5-45BE-B9CF-043DF8B6C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BC5BB-A39D-44DF-8BD7-59330CA8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684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9F21-F9E7-41B4-8C13-95954D7AC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F9C5B-90CC-4E20-9A81-21CC2826B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B407B-0688-4410-888B-692C9E26E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E2E20-6252-4BC6-9A5C-1B7E652A6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833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F9D5B-F22D-49BF-93B4-3034B6679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0656A-B410-4592-9E3D-713D4AD3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855F3-D282-44EA-8C23-220ECE080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7766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F3A4-B291-40DF-AFB2-8868530F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41714-D264-4A4D-B7DD-E35BC6769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EF749-1C8F-4475-B262-106898898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39012-879C-43D1-B019-0E32223A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5AA6B-E49D-41BC-9C41-5B3D99A80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E7B83-0194-4B2E-9FE9-89AB0BF0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0650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1C7FC-3EC9-478E-906D-1A46C5657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369E7-AA6F-40EF-8355-B9CEEA1E5D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CC3F8-D2BA-4631-B925-FFDA8216A2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8FA4C-6027-4F46-821B-CA71FA1A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FFA4B-EE01-4F29-9328-A4DDA21F5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1F636-81A9-46FA-94C2-6E832C20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415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9F0C9-541F-4697-B34D-91518C79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20080-75FE-4967-A8B4-E7BE0568B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37A32-DD4D-4346-BAE5-647C173B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67CD9-A91A-4A79-83B8-4A1B39A6E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470B9-89B3-4671-8B59-C8B7AC210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2606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A041C7-16F9-400C-B76F-1EBF427A4F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8ED98-2E71-459F-A37C-973AAF578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C80EC-E134-4C3D-B50F-BA1330B23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A26AD-F520-45BD-AFFB-6354432C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456CF-DDEB-4653-935C-B2E69C491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551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C8319E-A7B8-4285-B626-90B04597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442EE-8908-4294-B5E8-9C06BD2A7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51D47-C7F3-48EB-A5C9-975F4D723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DD059-C825-4F95-875E-D8748E44DCF5}" type="datetimeFigureOut">
              <a:rPr lang="en-SG" smtClean="0"/>
              <a:t>16 May 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D496F-0869-4B0B-8846-3273F3758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5B296-2809-4D17-9E9C-1AD0ADC4B4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B1E7F-DCBD-491F-AE04-9A36FC7CE19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8928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411D78A-7A2D-4E6B-AB78-9B2F7C46C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460368"/>
              </p:ext>
            </p:extLst>
          </p:nvPr>
        </p:nvGraphicFramePr>
        <p:xfrm>
          <a:off x="2137343" y="1181145"/>
          <a:ext cx="72248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B1AD40-ED24-4632-915F-8810EDDD1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002476"/>
              </p:ext>
            </p:extLst>
          </p:nvPr>
        </p:nvGraphicFramePr>
        <p:xfrm>
          <a:off x="2137343" y="2319978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8C10473D-C79B-4394-8F2E-93AA044E90BA}"/>
              </a:ext>
            </a:extLst>
          </p:cNvPr>
          <p:cNvSpPr txBox="1"/>
          <p:nvPr/>
        </p:nvSpPr>
        <p:spPr>
          <a:xfrm>
            <a:off x="4250623" y="195064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6437D4-5FA0-4EF1-81D6-CA9C0912F5DA}"/>
              </a:ext>
            </a:extLst>
          </p:cNvPr>
          <p:cNvSpPr txBox="1"/>
          <p:nvPr/>
        </p:nvSpPr>
        <p:spPr>
          <a:xfrm>
            <a:off x="2442143" y="195064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FFE6F91-ADEF-4599-8828-9004076C7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70470"/>
              </p:ext>
            </p:extLst>
          </p:nvPr>
        </p:nvGraphicFramePr>
        <p:xfrm>
          <a:off x="2137343" y="3539178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CDCC4DFF-C6E2-490F-9622-3BC6435A00CD}"/>
              </a:ext>
            </a:extLst>
          </p:cNvPr>
          <p:cNvSpPr txBox="1"/>
          <p:nvPr/>
        </p:nvSpPr>
        <p:spPr>
          <a:xfrm>
            <a:off x="5144703" y="313340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4A983A-5BE8-4D67-9473-5193BD6CE060}"/>
              </a:ext>
            </a:extLst>
          </p:cNvPr>
          <p:cNvSpPr txBox="1"/>
          <p:nvPr/>
        </p:nvSpPr>
        <p:spPr>
          <a:xfrm>
            <a:off x="2442143" y="3169846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B0CA83-3288-4333-AF4E-CD9075C24CE6}"/>
              </a:ext>
            </a:extLst>
          </p:cNvPr>
          <p:cNvSpPr txBox="1"/>
          <p:nvPr/>
        </p:nvSpPr>
        <p:spPr>
          <a:xfrm>
            <a:off x="9960542" y="231640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a, b, c</a:t>
            </a:r>
            <a:endParaRPr lang="en-SG" dirty="0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60A0A42-2533-45A9-9A1E-AA7801F15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767746"/>
              </p:ext>
            </p:extLst>
          </p:nvPr>
        </p:nvGraphicFramePr>
        <p:xfrm>
          <a:off x="2137343" y="4915549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1A794152-0031-457C-8180-F2D0F0E1D3D0}"/>
              </a:ext>
            </a:extLst>
          </p:cNvPr>
          <p:cNvSpPr txBox="1"/>
          <p:nvPr/>
        </p:nvSpPr>
        <p:spPr>
          <a:xfrm>
            <a:off x="5144703" y="450978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647DB7-73BD-473D-88CF-24AB5AE4BB7E}"/>
              </a:ext>
            </a:extLst>
          </p:cNvPr>
          <p:cNvSpPr txBox="1"/>
          <p:nvPr/>
        </p:nvSpPr>
        <p:spPr>
          <a:xfrm>
            <a:off x="3346383" y="450978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13693E-E5E6-4686-8CCD-0D3FC2DC90AD}"/>
              </a:ext>
            </a:extLst>
          </p:cNvPr>
          <p:cNvSpPr txBox="1"/>
          <p:nvPr/>
        </p:nvSpPr>
        <p:spPr>
          <a:xfrm>
            <a:off x="9774872" y="4895402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a</a:t>
            </a:r>
            <a:r>
              <a:rPr lang="en-US" dirty="0"/>
              <a:t>, b, c, </a:t>
            </a:r>
            <a:r>
              <a:rPr lang="en-US" dirty="0">
                <a:solidFill>
                  <a:srgbClr val="FF0000"/>
                </a:solidFill>
              </a:rPr>
              <a:t>a</a:t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F5699A-D071-4AF1-9A11-D2B08144CD38}"/>
              </a:ext>
            </a:extLst>
          </p:cNvPr>
          <p:cNvSpPr txBox="1"/>
          <p:nvPr/>
        </p:nvSpPr>
        <p:spPr>
          <a:xfrm>
            <a:off x="9960543" y="3537392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a, b, c</a:t>
            </a:r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63F334-84BD-4479-BCE0-92336F90AB0C}"/>
              </a:ext>
            </a:extLst>
          </p:cNvPr>
          <p:cNvSpPr txBox="1"/>
          <p:nvPr/>
        </p:nvSpPr>
        <p:spPr>
          <a:xfrm>
            <a:off x="2423536" y="75442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336AAD-5ACC-4589-8661-91898DA37E63}"/>
              </a:ext>
            </a:extLst>
          </p:cNvPr>
          <p:cNvSpPr txBox="1"/>
          <p:nvPr/>
        </p:nvSpPr>
        <p:spPr>
          <a:xfrm>
            <a:off x="2396286" y="456229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61940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66D4FE-0F60-47EE-B63D-EFC5DFB6A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398421"/>
              </p:ext>
            </p:extLst>
          </p:nvPr>
        </p:nvGraphicFramePr>
        <p:xfrm>
          <a:off x="1984944" y="1193780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B2D32A2-9347-47C6-BD8F-C05FAF9D62EB}"/>
              </a:ext>
            </a:extLst>
          </p:cNvPr>
          <p:cNvSpPr txBox="1"/>
          <p:nvPr/>
        </p:nvSpPr>
        <p:spPr>
          <a:xfrm>
            <a:off x="5901804" y="78801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28AE69-4ACD-4545-B0F6-4A7ECF0B0E35}"/>
              </a:ext>
            </a:extLst>
          </p:cNvPr>
          <p:cNvSpPr txBox="1"/>
          <p:nvPr/>
        </p:nvSpPr>
        <p:spPr>
          <a:xfrm>
            <a:off x="3193984" y="788011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5F21E-E5E3-452B-9B3A-EE2944B48D01}"/>
              </a:ext>
            </a:extLst>
          </p:cNvPr>
          <p:cNvSpPr txBox="1"/>
          <p:nvPr/>
        </p:nvSpPr>
        <p:spPr>
          <a:xfrm>
            <a:off x="9808144" y="1176477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b, c, a</a:t>
            </a:r>
            <a:endParaRPr lang="en-S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10B79CA-388C-4FD3-9BB8-7F06DDFDF7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158487"/>
              </p:ext>
            </p:extLst>
          </p:nvPr>
        </p:nvGraphicFramePr>
        <p:xfrm>
          <a:off x="1984944" y="2327957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E6FB76-5BA3-40A3-AD38-D03278D3A277}"/>
              </a:ext>
            </a:extLst>
          </p:cNvPr>
          <p:cNvSpPr txBox="1"/>
          <p:nvPr/>
        </p:nvSpPr>
        <p:spPr>
          <a:xfrm>
            <a:off x="5901804" y="192218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30E33A-4237-4697-8FC1-DD9110A4655A}"/>
              </a:ext>
            </a:extLst>
          </p:cNvPr>
          <p:cNvSpPr txBox="1"/>
          <p:nvPr/>
        </p:nvSpPr>
        <p:spPr>
          <a:xfrm>
            <a:off x="4089134" y="195862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046DE-CD86-4939-92A6-83A0CC27459D}"/>
              </a:ext>
            </a:extLst>
          </p:cNvPr>
          <p:cNvSpPr txBox="1"/>
          <p:nvPr/>
        </p:nvSpPr>
        <p:spPr>
          <a:xfrm>
            <a:off x="9808144" y="2310654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b</a:t>
            </a:r>
            <a:r>
              <a:rPr lang="en-US" dirty="0"/>
              <a:t>, c, a, </a:t>
            </a:r>
            <a:r>
              <a:rPr lang="en-US" dirty="0">
                <a:solidFill>
                  <a:srgbClr val="FF0000"/>
                </a:solidFill>
              </a:rPr>
              <a:t>b</a:t>
            </a:r>
            <a:endParaRPr lang="en-SG" dirty="0">
              <a:solidFill>
                <a:srgbClr val="FF0000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B9D9E2C-3F4E-40A2-BD34-EBB3A461F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688484"/>
              </p:ext>
            </p:extLst>
          </p:nvPr>
        </p:nvGraphicFramePr>
        <p:xfrm>
          <a:off x="1887088" y="3450657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3D11EF6-2998-4DE5-B287-8524A406B133}"/>
              </a:ext>
            </a:extLst>
          </p:cNvPr>
          <p:cNvSpPr txBox="1"/>
          <p:nvPr/>
        </p:nvSpPr>
        <p:spPr>
          <a:xfrm>
            <a:off x="6682308" y="305423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296265-A3DE-4E44-9A17-B3D18E6A3D26}"/>
              </a:ext>
            </a:extLst>
          </p:cNvPr>
          <p:cNvSpPr txBox="1"/>
          <p:nvPr/>
        </p:nvSpPr>
        <p:spPr>
          <a:xfrm>
            <a:off x="3991278" y="308132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5278C8-2054-48F2-B673-2E472BC57E51}"/>
              </a:ext>
            </a:extLst>
          </p:cNvPr>
          <p:cNvSpPr txBox="1"/>
          <p:nvPr/>
        </p:nvSpPr>
        <p:spPr>
          <a:xfrm>
            <a:off x="9883543" y="3472934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c, a, b</a:t>
            </a:r>
            <a:endParaRPr lang="en-SG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B045477-8920-4165-AE4C-E24079FF8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582264"/>
              </p:ext>
            </p:extLst>
          </p:nvPr>
        </p:nvGraphicFramePr>
        <p:xfrm>
          <a:off x="1984944" y="4693674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6ED0B14-AFB1-447A-A55B-425A9C640E9A}"/>
              </a:ext>
            </a:extLst>
          </p:cNvPr>
          <p:cNvSpPr txBox="1"/>
          <p:nvPr/>
        </p:nvSpPr>
        <p:spPr>
          <a:xfrm>
            <a:off x="6780164" y="429725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6466A2-8E14-4FE3-947A-ABE22FE2C6C9}"/>
              </a:ext>
            </a:extLst>
          </p:cNvPr>
          <p:cNvSpPr txBox="1"/>
          <p:nvPr/>
        </p:nvSpPr>
        <p:spPr>
          <a:xfrm>
            <a:off x="4955407" y="4315529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3EF79D-4B19-43DB-A429-4DDF61092D47}"/>
              </a:ext>
            </a:extLst>
          </p:cNvPr>
          <p:cNvSpPr txBox="1"/>
          <p:nvPr/>
        </p:nvSpPr>
        <p:spPr>
          <a:xfrm>
            <a:off x="9808144" y="4676371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c</a:t>
            </a:r>
            <a:r>
              <a:rPr lang="en-US" dirty="0"/>
              <a:t>, a, b, </a:t>
            </a:r>
            <a:r>
              <a:rPr lang="en-US" dirty="0">
                <a:solidFill>
                  <a:srgbClr val="FF0000"/>
                </a:solidFill>
              </a:rPr>
              <a:t>c</a:t>
            </a:r>
            <a:endParaRPr lang="en-S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664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71B1F8-7A0A-456B-BCA5-25F4739FC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094158"/>
              </p:ext>
            </p:extLst>
          </p:nvPr>
        </p:nvGraphicFramePr>
        <p:xfrm>
          <a:off x="2129323" y="1536588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B82D48-9676-47F1-BA21-EB99C764D636}"/>
              </a:ext>
            </a:extLst>
          </p:cNvPr>
          <p:cNvSpPr txBox="1"/>
          <p:nvPr/>
        </p:nvSpPr>
        <p:spPr>
          <a:xfrm>
            <a:off x="5099786" y="115844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6324D6-7906-452B-B81D-C04C4D14BE60}"/>
              </a:ext>
            </a:extLst>
          </p:cNvPr>
          <p:cNvSpPr txBox="1"/>
          <p:nvPr/>
        </p:nvSpPr>
        <p:spPr>
          <a:xfrm>
            <a:off x="9952523" y="1519285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a, b, c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6812D-5786-412F-9F43-FF19F203554C}"/>
              </a:ext>
            </a:extLst>
          </p:cNvPr>
          <p:cNvSpPr txBox="1"/>
          <p:nvPr/>
        </p:nvSpPr>
        <p:spPr>
          <a:xfrm>
            <a:off x="7810068" y="114995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43AFFB-25C6-48C1-AD4B-FF224E9EA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51384"/>
              </p:ext>
            </p:extLst>
          </p:nvPr>
        </p:nvGraphicFramePr>
        <p:xfrm>
          <a:off x="2129323" y="2824770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48D35C9-CA16-42FA-B4B3-57A64D235706}"/>
              </a:ext>
            </a:extLst>
          </p:cNvPr>
          <p:cNvSpPr txBox="1"/>
          <p:nvPr/>
        </p:nvSpPr>
        <p:spPr>
          <a:xfrm>
            <a:off x="6081563" y="243813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02A3E-9BA4-4CEF-B31A-222A66586B67}"/>
              </a:ext>
            </a:extLst>
          </p:cNvPr>
          <p:cNvSpPr txBox="1"/>
          <p:nvPr/>
        </p:nvSpPr>
        <p:spPr>
          <a:xfrm>
            <a:off x="9952523" y="2807467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a</a:t>
            </a:r>
            <a:r>
              <a:rPr lang="en-US" dirty="0"/>
              <a:t>, b, c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BF30AD-2F1F-460F-99AF-FE55C7226542}"/>
              </a:ext>
            </a:extLst>
          </p:cNvPr>
          <p:cNvSpPr txBox="1"/>
          <p:nvPr/>
        </p:nvSpPr>
        <p:spPr>
          <a:xfrm>
            <a:off x="7810068" y="243813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DEB5D90-C547-47F4-88B8-426E774171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348381"/>
              </p:ext>
            </p:extLst>
          </p:nvPr>
        </p:nvGraphicFramePr>
        <p:xfrm>
          <a:off x="2129323" y="4095649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0DED96B-41E7-4FA2-B5E5-B757D7A7A6F4}"/>
              </a:ext>
            </a:extLst>
          </p:cNvPr>
          <p:cNvSpPr txBox="1"/>
          <p:nvPr/>
        </p:nvSpPr>
        <p:spPr>
          <a:xfrm>
            <a:off x="6880459" y="370901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FAEBB8-F50C-41E5-A781-B05298E7CE22}"/>
              </a:ext>
            </a:extLst>
          </p:cNvPr>
          <p:cNvSpPr txBox="1"/>
          <p:nvPr/>
        </p:nvSpPr>
        <p:spPr>
          <a:xfrm>
            <a:off x="9952523" y="4078346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b</a:t>
            </a:r>
            <a:r>
              <a:rPr lang="en-US" dirty="0"/>
              <a:t>, c, </a:t>
            </a:r>
            <a:r>
              <a:rPr lang="en-US" dirty="0">
                <a:solidFill>
                  <a:srgbClr val="FF0000"/>
                </a:solidFill>
              </a:rPr>
              <a:t>b</a:t>
            </a:r>
            <a:endParaRPr lang="en-SG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F80176-EB5E-46EA-9FE9-641C5EB2DF82}"/>
              </a:ext>
            </a:extLst>
          </p:cNvPr>
          <p:cNvSpPr txBox="1"/>
          <p:nvPr/>
        </p:nvSpPr>
        <p:spPr>
          <a:xfrm>
            <a:off x="7810068" y="370901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6789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33FB5D-EE5B-4275-86DA-9BDBF4BFA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1717904"/>
              </p:ext>
            </p:extLst>
          </p:nvPr>
        </p:nvGraphicFramePr>
        <p:xfrm>
          <a:off x="1590309" y="726807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329F3F9-4021-472B-B9C0-A58D3B06347B}"/>
              </a:ext>
            </a:extLst>
          </p:cNvPr>
          <p:cNvSpPr txBox="1"/>
          <p:nvPr/>
        </p:nvSpPr>
        <p:spPr>
          <a:xfrm>
            <a:off x="6341445" y="34017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976EC-E3D7-4868-8286-2881DE0091FE}"/>
              </a:ext>
            </a:extLst>
          </p:cNvPr>
          <p:cNvSpPr txBox="1"/>
          <p:nvPr/>
        </p:nvSpPr>
        <p:spPr>
          <a:xfrm>
            <a:off x="9326882" y="709504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c, b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E9F96-5BCF-4B87-B24A-36D69EE195DD}"/>
              </a:ext>
            </a:extLst>
          </p:cNvPr>
          <p:cNvSpPr txBox="1"/>
          <p:nvPr/>
        </p:nvSpPr>
        <p:spPr>
          <a:xfrm>
            <a:off x="8214329" y="340172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6150FF-F80B-4997-A086-0AE74DED0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026459"/>
              </p:ext>
            </p:extLst>
          </p:nvPr>
        </p:nvGraphicFramePr>
        <p:xfrm>
          <a:off x="1590309" y="1995738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0CC517F-F778-40EF-B75A-5898B5704FD9}"/>
              </a:ext>
            </a:extLst>
          </p:cNvPr>
          <p:cNvSpPr txBox="1"/>
          <p:nvPr/>
        </p:nvSpPr>
        <p:spPr>
          <a:xfrm>
            <a:off x="7324849" y="160910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4C48E7-4AD3-45A5-810E-65126C351C60}"/>
              </a:ext>
            </a:extLst>
          </p:cNvPr>
          <p:cNvSpPr txBox="1"/>
          <p:nvPr/>
        </p:nvSpPr>
        <p:spPr>
          <a:xfrm>
            <a:off x="9413509" y="2002679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c</a:t>
            </a:r>
            <a:r>
              <a:rPr lang="en-US" dirty="0"/>
              <a:t>, b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32B38-41E2-4A7E-82A6-15F5724DFB44}"/>
              </a:ext>
            </a:extLst>
          </p:cNvPr>
          <p:cNvSpPr txBox="1"/>
          <p:nvPr/>
        </p:nvSpPr>
        <p:spPr>
          <a:xfrm>
            <a:off x="8214329" y="160910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9FC6EA6-DF22-4933-87F9-FCB358407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725908"/>
              </p:ext>
            </p:extLst>
          </p:nvPr>
        </p:nvGraphicFramePr>
        <p:xfrm>
          <a:off x="1590309" y="3429000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509A1FE-CAE6-43DD-9AED-91832B80C993}"/>
              </a:ext>
            </a:extLst>
          </p:cNvPr>
          <p:cNvSpPr txBox="1"/>
          <p:nvPr/>
        </p:nvSpPr>
        <p:spPr>
          <a:xfrm>
            <a:off x="8286575" y="381284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6A1FA7-9B11-4BB1-B622-AB4619BC5427}"/>
              </a:ext>
            </a:extLst>
          </p:cNvPr>
          <p:cNvSpPr txBox="1"/>
          <p:nvPr/>
        </p:nvSpPr>
        <p:spPr>
          <a:xfrm>
            <a:off x="9413509" y="3411697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sngStrike" dirty="0"/>
              <a:t>b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en-US" strike="sngStrike" dirty="0"/>
              <a:t> </a:t>
            </a:r>
            <a:endParaRPr lang="en-SG" strike="sngStrik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8ADB5-AB54-4C83-9C93-1040EC217C4C}"/>
              </a:ext>
            </a:extLst>
          </p:cNvPr>
          <p:cNvSpPr txBox="1"/>
          <p:nvPr/>
        </p:nvSpPr>
        <p:spPr>
          <a:xfrm>
            <a:off x="8214329" y="3042365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1BC5E07-2A61-4CFE-BFDB-7029ECD9E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554396"/>
              </p:ext>
            </p:extLst>
          </p:nvPr>
        </p:nvGraphicFramePr>
        <p:xfrm>
          <a:off x="1590309" y="4662079"/>
          <a:ext cx="72248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307492965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661735359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1389789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065282731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501746122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1541624900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035425695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4868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  <a:endParaRPr lang="en-SG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90882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7D375DC-867E-41A3-85BB-C911AD821EC8}"/>
              </a:ext>
            </a:extLst>
          </p:cNvPr>
          <p:cNvSpPr txBox="1"/>
          <p:nvPr/>
        </p:nvSpPr>
        <p:spPr>
          <a:xfrm>
            <a:off x="8286575" y="5045924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</a:t>
            </a:r>
            <a:endParaRPr lang="en-SG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BAF45F-AC3B-40BB-86FB-EEE3C3548AE7}"/>
              </a:ext>
            </a:extLst>
          </p:cNvPr>
          <p:cNvSpPr txBox="1"/>
          <p:nvPr/>
        </p:nvSpPr>
        <p:spPr>
          <a:xfrm>
            <a:off x="9494251" y="4640550"/>
            <a:ext cx="110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strike="sngStrike" dirty="0"/>
              <a:t> </a:t>
            </a:r>
            <a:endParaRPr lang="en-SG" strike="sngStrik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A9A76-8E41-42CB-9A39-39CC01E24186}"/>
              </a:ext>
            </a:extLst>
          </p:cNvPr>
          <p:cNvSpPr txBox="1"/>
          <p:nvPr/>
        </p:nvSpPr>
        <p:spPr>
          <a:xfrm>
            <a:off x="8945849" y="42754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91093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216</Words>
  <Application>Microsoft Office PowerPoint</Application>
  <PresentationFormat>Widescreen</PresentationFormat>
  <Paragraphs>164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Siew Leng Lim</dc:creator>
  <cp:lastModifiedBy>Siew Leng Lim</cp:lastModifiedBy>
  <cp:revision>3</cp:revision>
  <dcterms:created xsi:type="dcterms:W3CDTF">2026-05-16T09:12:02Z</dcterms:created>
  <dcterms:modified xsi:type="dcterms:W3CDTF">2026-05-16T13:09:45Z</dcterms:modified>
</cp:coreProperties>
</file>